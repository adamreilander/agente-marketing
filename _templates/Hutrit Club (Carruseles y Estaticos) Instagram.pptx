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x="10287000" cy="12852400"/>
  <p:notesSz cx="6858000" cy="9144000"/>
  <p:embeddedFontLst>
    <p:embeddedFont>
      <p:font typeface="Mulish Heavy" charset="1" panose="00000A00000000000000"/>
      <p:regular r:id="rId94"/>
    </p:embeddedFont>
    <p:embeddedFont>
      <p:font typeface="Mulish Bold Italics" charset="1" panose="00000800000000000000"/>
      <p:regular r:id="rId95"/>
    </p:embeddedFont>
    <p:embeddedFont>
      <p:font typeface="Mulish Semi-Bold" charset="1" panose="00000700000000000000"/>
      <p:regular r:id="rId96"/>
    </p:embeddedFont>
    <p:embeddedFont>
      <p:font typeface="Mulish Bold" charset="1" panose="00000800000000000000"/>
      <p:regular r:id="rId97"/>
    </p:embeddedFont>
    <p:embeddedFont>
      <p:font typeface="Mulish" charset="1" panose="00000500000000000000"/>
      <p:regular r:id="rId9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fonts/font94.fntdata" Type="http://schemas.openxmlformats.org/officeDocument/2006/relationships/font"/><Relationship Id="rId95" Target="fonts/font95.fntdata" Type="http://schemas.openxmlformats.org/officeDocument/2006/relationships/font"/><Relationship Id="rId96" Target="fonts/font96.fntdata" Type="http://schemas.openxmlformats.org/officeDocument/2006/relationships/font"/><Relationship Id="rId97" Target="fonts/font97.fntdata" Type="http://schemas.openxmlformats.org/officeDocument/2006/relationships/font"/><Relationship Id="rId98" Target="fonts/font9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2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2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5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3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5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7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8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0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1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.pn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3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4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77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.png" Type="http://schemas.openxmlformats.org/officeDocument/2006/relationships/image"/><Relationship Id="rId4" Target="../media/image78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2.png" Type="http://schemas.openxmlformats.org/officeDocument/2006/relationships/image"/><Relationship Id="rId4" Target="../media/image80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1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2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3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4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2.png" Type="http://schemas.openxmlformats.org/officeDocument/2006/relationships/image"/><Relationship Id="rId4" Target="../media/image86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87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88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89.pn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90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91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2.png" Type="http://schemas.openxmlformats.org/officeDocument/2006/relationships/image"/><Relationship Id="rId4" Target="../media/image93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2.png" Type="http://schemas.openxmlformats.org/officeDocument/2006/relationships/image"/><Relationship Id="rId4" Target="../media/image95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98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101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102.png" Type="http://schemas.openxmlformats.org/officeDocument/2006/relationships/image"/><Relationship Id="rId4" Target="../media/image103.svg" Type="http://schemas.openxmlformats.org/officeDocument/2006/relationships/image"/><Relationship Id="rId5" Target="../media/image104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107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2.png" Type="http://schemas.openxmlformats.org/officeDocument/2006/relationships/image"/><Relationship Id="rId4" Target="../media/image1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79475" y="1178662"/>
            <a:ext cx="2511170" cy="693711"/>
          </a:xfrm>
          <a:custGeom>
            <a:avLst/>
            <a:gdLst/>
            <a:ahLst/>
            <a:cxnLst/>
            <a:rect r="r" b="b" t="t" l="l"/>
            <a:pathLst>
              <a:path h="693711" w="2511170">
                <a:moveTo>
                  <a:pt x="0" y="0"/>
                </a:moveTo>
                <a:lnTo>
                  <a:pt x="2511170" y="0"/>
                </a:lnTo>
                <a:lnTo>
                  <a:pt x="2511170" y="693710"/>
                </a:lnTo>
                <a:lnTo>
                  <a:pt x="0" y="69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68913" y="7653080"/>
            <a:ext cx="4236350" cy="3041595"/>
          </a:xfrm>
          <a:custGeom>
            <a:avLst/>
            <a:gdLst/>
            <a:ahLst/>
            <a:cxnLst/>
            <a:rect r="r" b="b" t="t" l="l"/>
            <a:pathLst>
              <a:path h="3041595" w="4236350">
                <a:moveTo>
                  <a:pt x="0" y="0"/>
                </a:moveTo>
                <a:lnTo>
                  <a:pt x="4236350" y="0"/>
                </a:lnTo>
                <a:lnTo>
                  <a:pt x="4236350" y="3041594"/>
                </a:lnTo>
                <a:lnTo>
                  <a:pt x="0" y="304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02" r="0" b="-174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973955"/>
            <a:ext cx="8516776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¿APLICAS A TRABAJOS REMOTOS Y </a:t>
            </a:r>
            <a:r>
              <a:rPr lang="en-US" b="true" sz="4200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NADIE RESPONDE?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0088" y="816258"/>
            <a:ext cx="3438867" cy="127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2"/>
              </a:lnSpc>
              <a:spcBef>
                <a:spcPct val="0"/>
              </a:spcBef>
            </a:pPr>
            <a:r>
              <a:rPr lang="en-US" b="true" sz="7494" i="true">
                <a:solidFill>
                  <a:srgbClr val="12A562"/>
                </a:solidFill>
                <a:latin typeface="Mulish Bold Italics"/>
                <a:ea typeface="Mulish Bold Italics"/>
                <a:cs typeface="Mulish Bold Italics"/>
                <a:sym typeface="Mulish Bold Italics"/>
              </a:rPr>
              <a:t>Club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870" y="6687247"/>
            <a:ext cx="69532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45454"/>
                </a:solidFill>
                <a:latin typeface="Mulish Semi-Bold"/>
                <a:ea typeface="Mulish Semi-Bold"/>
                <a:cs typeface="Mulish Semi-Bold"/>
                <a:sym typeface="Mulish Semi-Bold"/>
              </a:rPr>
              <a:t>Revisa esto antes de volver a postularte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7630" y="8184222"/>
            <a:ext cx="2091739" cy="1933301"/>
          </a:xfrm>
          <a:custGeom>
            <a:avLst/>
            <a:gdLst/>
            <a:ahLst/>
            <a:cxnLst/>
            <a:rect r="r" b="b" t="t" l="l"/>
            <a:pathLst>
              <a:path h="1933301" w="2091739">
                <a:moveTo>
                  <a:pt x="0" y="0"/>
                </a:moveTo>
                <a:lnTo>
                  <a:pt x="2091740" y="0"/>
                </a:lnTo>
                <a:lnTo>
                  <a:pt x="2091740" y="1933301"/>
                </a:lnTo>
                <a:lnTo>
                  <a:pt x="0" y="193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26" t="-23095" r="-20657" b="-253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730940"/>
            <a:ext cx="822960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Antes de pensar que </a:t>
            </a: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el mercado está difícil,</a:t>
            </a: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asegúrate de no estar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fallando en lo básico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6019" y="8122215"/>
            <a:ext cx="1614963" cy="2180645"/>
          </a:xfrm>
          <a:custGeom>
            <a:avLst/>
            <a:gdLst/>
            <a:ahLst/>
            <a:cxnLst/>
            <a:rect r="r" b="b" t="t" l="l"/>
            <a:pathLst>
              <a:path h="2180645" w="1614963">
                <a:moveTo>
                  <a:pt x="0" y="0"/>
                </a:moveTo>
                <a:lnTo>
                  <a:pt x="1614962" y="0"/>
                </a:lnTo>
                <a:lnTo>
                  <a:pt x="1614962" y="2180645"/>
                </a:lnTo>
                <a:lnTo>
                  <a:pt x="0" y="2180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00" t="-32160" r="-63883" b="-332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87025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¿Tu CV habla de resultados o solo de tareas?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59111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Si no hay métricas, el reclutador no ve impacto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6705" y="8008000"/>
            <a:ext cx="2093590" cy="2134556"/>
          </a:xfrm>
          <a:custGeom>
            <a:avLst/>
            <a:gdLst/>
            <a:ahLst/>
            <a:cxnLst/>
            <a:rect r="r" b="b" t="t" l="l"/>
            <a:pathLst>
              <a:path h="2134556" w="2093590">
                <a:moveTo>
                  <a:pt x="0" y="0"/>
                </a:moveTo>
                <a:lnTo>
                  <a:pt x="2093590" y="0"/>
                </a:lnTo>
                <a:lnTo>
                  <a:pt x="2093590" y="2134557"/>
                </a:lnTo>
                <a:lnTo>
                  <a:pt x="0" y="2134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671" t="-24988" r="-25147" b="-2391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615677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¿Tu LinkedIn está alineado con tu CV?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87763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Cuando no coinciden, se pierde confianza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42041" y="7940272"/>
            <a:ext cx="2202917" cy="2157298"/>
          </a:xfrm>
          <a:custGeom>
            <a:avLst/>
            <a:gdLst/>
            <a:ahLst/>
            <a:cxnLst/>
            <a:rect r="r" b="b" t="t" l="l"/>
            <a:pathLst>
              <a:path h="2157298" w="2202917">
                <a:moveTo>
                  <a:pt x="0" y="0"/>
                </a:moveTo>
                <a:lnTo>
                  <a:pt x="2202918" y="0"/>
                </a:lnTo>
                <a:lnTo>
                  <a:pt x="2202918" y="2157298"/>
                </a:lnTo>
                <a:lnTo>
                  <a:pt x="0" y="2157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40" t="-26785" r="-27611" b="-296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672981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¿Tu perfil explica qué problema sabes resolver?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45067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Las empresas remotas contratan soluciones, no títulos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36511" y="6796289"/>
            <a:ext cx="2213978" cy="3463585"/>
          </a:xfrm>
          <a:custGeom>
            <a:avLst/>
            <a:gdLst/>
            <a:ahLst/>
            <a:cxnLst/>
            <a:rect r="r" b="b" t="t" l="l"/>
            <a:pathLst>
              <a:path h="3463585" w="2213978">
                <a:moveTo>
                  <a:pt x="0" y="0"/>
                </a:moveTo>
                <a:lnTo>
                  <a:pt x="2213978" y="0"/>
                </a:lnTo>
                <a:lnTo>
                  <a:pt x="2213978" y="3463585"/>
                </a:lnTo>
                <a:lnTo>
                  <a:pt x="0" y="3463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101" t="-20539" r="-64505" b="-1600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02487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Si fallas en esto,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86884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no importa cuántas veces apliques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A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0"/>
            <a:ext cx="8229600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Y REVÍSALO ANTES DE TU PRÓXIMA APLICACIÓN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6950" y="4761734"/>
            <a:ext cx="6136330" cy="1371118"/>
            <a:chOff x="0" y="0"/>
            <a:chExt cx="8181773" cy="18281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12499" y="7808238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79475" y="1178662"/>
            <a:ext cx="2511170" cy="693711"/>
          </a:xfrm>
          <a:custGeom>
            <a:avLst/>
            <a:gdLst/>
            <a:ahLst/>
            <a:cxnLst/>
            <a:rect r="r" b="b" t="t" l="l"/>
            <a:pathLst>
              <a:path h="693711" w="2511170">
                <a:moveTo>
                  <a:pt x="0" y="0"/>
                </a:moveTo>
                <a:lnTo>
                  <a:pt x="2511170" y="0"/>
                </a:lnTo>
                <a:lnTo>
                  <a:pt x="2511170" y="693710"/>
                </a:lnTo>
                <a:lnTo>
                  <a:pt x="0" y="69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3193" y="7920151"/>
            <a:ext cx="5607791" cy="3909899"/>
          </a:xfrm>
          <a:custGeom>
            <a:avLst/>
            <a:gdLst/>
            <a:ahLst/>
            <a:cxnLst/>
            <a:rect r="r" b="b" t="t" l="l"/>
            <a:pathLst>
              <a:path h="3909899" w="5607791">
                <a:moveTo>
                  <a:pt x="0" y="0"/>
                </a:moveTo>
                <a:lnTo>
                  <a:pt x="5607791" y="0"/>
                </a:lnTo>
                <a:lnTo>
                  <a:pt x="5607791" y="3909899"/>
                </a:lnTo>
                <a:lnTo>
                  <a:pt x="0" y="3909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42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973955"/>
            <a:ext cx="8516776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SEÑALES TEMPRANAS DE UNA MALA CONTRATACIÓN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0088" y="816258"/>
            <a:ext cx="3438867" cy="127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2"/>
              </a:lnSpc>
              <a:spcBef>
                <a:spcPct val="0"/>
              </a:spcBef>
            </a:pPr>
            <a:r>
              <a:rPr lang="en-US" b="true" sz="7494" i="true">
                <a:solidFill>
                  <a:srgbClr val="12A562"/>
                </a:solidFill>
                <a:latin typeface="Mulish Bold Italics"/>
                <a:ea typeface="Mulish Bold Italics"/>
                <a:cs typeface="Mulish Bold Italics"/>
                <a:sym typeface="Mulish Bold Italics"/>
              </a:rPr>
              <a:t>Club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870" y="6687247"/>
            <a:ext cx="69532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45454"/>
                </a:solidFill>
                <a:latin typeface="Mulish Semi-Bold"/>
                <a:ea typeface="Mulish Semi-Bold"/>
                <a:cs typeface="Mulish Semi-Bold"/>
                <a:sym typeface="Mulish Semi-Bold"/>
              </a:rPr>
              <a:t>Tarde o temprano tienes que elegir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0550" y="7447040"/>
            <a:ext cx="2685899" cy="3219909"/>
          </a:xfrm>
          <a:custGeom>
            <a:avLst/>
            <a:gdLst/>
            <a:ahLst/>
            <a:cxnLst/>
            <a:rect r="r" b="b" t="t" l="l"/>
            <a:pathLst>
              <a:path h="3219909" w="2685899">
                <a:moveTo>
                  <a:pt x="0" y="0"/>
                </a:moveTo>
                <a:lnTo>
                  <a:pt x="2685900" y="0"/>
                </a:lnTo>
                <a:lnTo>
                  <a:pt x="2685900" y="3219909"/>
                </a:lnTo>
                <a:lnTo>
                  <a:pt x="0" y="3219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97" t="-30153" r="-47897" b="-331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77790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O sigues aplicando sin estrategia,</a:t>
            </a:r>
          </a:p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 esperando que 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“</a:t>
            </a: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alguna pegue”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5361" y="7408788"/>
            <a:ext cx="2676277" cy="3013615"/>
          </a:xfrm>
          <a:custGeom>
            <a:avLst/>
            <a:gdLst/>
            <a:ahLst/>
            <a:cxnLst/>
            <a:rect r="r" b="b" t="t" l="l"/>
            <a:pathLst>
              <a:path h="3013615" w="2676277">
                <a:moveTo>
                  <a:pt x="0" y="0"/>
                </a:moveTo>
                <a:lnTo>
                  <a:pt x="2676278" y="0"/>
                </a:lnTo>
                <a:lnTo>
                  <a:pt x="2676278" y="3013615"/>
                </a:lnTo>
                <a:lnTo>
                  <a:pt x="0" y="3013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331" t="-34589" r="-41776" b="-315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64853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O mejoras cómo te presentas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 al mercado global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8810" y="7705715"/>
            <a:ext cx="5149379" cy="3029917"/>
          </a:xfrm>
          <a:custGeom>
            <a:avLst/>
            <a:gdLst/>
            <a:ahLst/>
            <a:cxnLst/>
            <a:rect r="r" b="b" t="t" l="l"/>
            <a:pathLst>
              <a:path h="3029917" w="5149379">
                <a:moveTo>
                  <a:pt x="0" y="0"/>
                </a:moveTo>
                <a:lnTo>
                  <a:pt x="5149380" y="0"/>
                </a:lnTo>
                <a:lnTo>
                  <a:pt x="5149380" y="3029917"/>
                </a:lnTo>
                <a:lnTo>
                  <a:pt x="0" y="3029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681" r="0" b="-332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770245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El talento promedio aplica más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 El talento preparado aplica mejor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41540" y="7963846"/>
            <a:ext cx="2003920" cy="2354786"/>
          </a:xfrm>
          <a:custGeom>
            <a:avLst/>
            <a:gdLst/>
            <a:ahLst/>
            <a:cxnLst/>
            <a:rect r="r" b="b" t="t" l="l"/>
            <a:pathLst>
              <a:path h="2354786" w="2003920">
                <a:moveTo>
                  <a:pt x="0" y="0"/>
                </a:moveTo>
                <a:lnTo>
                  <a:pt x="2003920" y="0"/>
                </a:lnTo>
                <a:lnTo>
                  <a:pt x="2003920" y="2354785"/>
                </a:lnTo>
                <a:lnTo>
                  <a:pt x="0" y="2354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676" t="-49764" r="-68863" b="-515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770245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¿Cuál estás eligiendo hoy?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704642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Respóndenos en comentarios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A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520457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7233885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79475" y="1178662"/>
            <a:ext cx="2511170" cy="693711"/>
          </a:xfrm>
          <a:custGeom>
            <a:avLst/>
            <a:gdLst/>
            <a:ahLst/>
            <a:cxnLst/>
            <a:rect r="r" b="b" t="t" l="l"/>
            <a:pathLst>
              <a:path h="693711" w="2511170">
                <a:moveTo>
                  <a:pt x="0" y="0"/>
                </a:moveTo>
                <a:lnTo>
                  <a:pt x="2511170" y="0"/>
                </a:lnTo>
                <a:lnTo>
                  <a:pt x="2511170" y="693710"/>
                </a:lnTo>
                <a:lnTo>
                  <a:pt x="0" y="693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46328" y="7397812"/>
            <a:ext cx="3194344" cy="3719200"/>
          </a:xfrm>
          <a:custGeom>
            <a:avLst/>
            <a:gdLst/>
            <a:ahLst/>
            <a:cxnLst/>
            <a:rect r="r" b="b" t="t" l="l"/>
            <a:pathLst>
              <a:path h="3719200" w="3194344">
                <a:moveTo>
                  <a:pt x="0" y="0"/>
                </a:moveTo>
                <a:lnTo>
                  <a:pt x="3194344" y="0"/>
                </a:lnTo>
                <a:lnTo>
                  <a:pt x="3194344" y="3719200"/>
                </a:lnTo>
                <a:lnTo>
                  <a:pt x="0" y="3719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227" t="-19746" r="-31872" b="-2377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7785" y="4770120"/>
            <a:ext cx="759143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¿ESTÁS LISTO PARA TRABAJAR REMOTO?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0088" y="816258"/>
            <a:ext cx="3438867" cy="127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2"/>
              </a:lnSpc>
              <a:spcBef>
                <a:spcPct val="0"/>
              </a:spcBef>
            </a:pPr>
            <a:r>
              <a:rPr lang="en-US" b="true" sz="7494" i="true">
                <a:solidFill>
                  <a:srgbClr val="12A562"/>
                </a:solidFill>
                <a:latin typeface="Mulish Bold Italics"/>
                <a:ea typeface="Mulish Bold Italics"/>
                <a:cs typeface="Mulish Bold Italics"/>
                <a:sym typeface="Mulish Bold Italics"/>
              </a:rPr>
              <a:t>Club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870" y="6687247"/>
            <a:ext cx="69532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45454"/>
                </a:solidFill>
                <a:latin typeface="Mulish Semi-Bold"/>
                <a:ea typeface="Mulish Semi-Bold"/>
                <a:cs typeface="Mulish Semi-Bold"/>
                <a:sym typeface="Mulish Semi-Bold"/>
              </a:rPr>
              <a:t>Respóndete esto con honestidad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21777" y="7434502"/>
            <a:ext cx="2443446" cy="3936585"/>
          </a:xfrm>
          <a:custGeom>
            <a:avLst/>
            <a:gdLst/>
            <a:ahLst/>
            <a:cxnLst/>
            <a:rect r="r" b="b" t="t" l="l"/>
            <a:pathLst>
              <a:path h="3936585" w="2443446">
                <a:moveTo>
                  <a:pt x="0" y="0"/>
                </a:moveTo>
                <a:lnTo>
                  <a:pt x="2443446" y="0"/>
                </a:lnTo>
                <a:lnTo>
                  <a:pt x="2443446" y="3936585"/>
                </a:lnTo>
                <a:lnTo>
                  <a:pt x="0" y="3936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053" t="-11186" r="-49456" b="-145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77790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Si necesitas supervisión constante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</a:t>
            </a: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para avanzar, el remoto se te va a hacer cuesta arriba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36527" y="7067550"/>
            <a:ext cx="5213945" cy="3906179"/>
          </a:xfrm>
          <a:custGeom>
            <a:avLst/>
            <a:gdLst/>
            <a:ahLst/>
            <a:cxnLst/>
            <a:rect r="r" b="b" t="t" l="l"/>
            <a:pathLst>
              <a:path h="3906179" w="5213945">
                <a:moveTo>
                  <a:pt x="0" y="0"/>
                </a:moveTo>
                <a:lnTo>
                  <a:pt x="5213946" y="0"/>
                </a:lnTo>
                <a:lnTo>
                  <a:pt x="5213946" y="3906179"/>
                </a:lnTo>
                <a:lnTo>
                  <a:pt x="0" y="3906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140" r="0" b="-1433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77790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Si te cuesta organizar tu día</a:t>
            </a: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</a:t>
            </a: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sin que alguien te marque el ritmo,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el problema no es la empresa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0302" y="7797681"/>
            <a:ext cx="2506396" cy="2299611"/>
          </a:xfrm>
          <a:custGeom>
            <a:avLst/>
            <a:gdLst/>
            <a:ahLst/>
            <a:cxnLst/>
            <a:rect r="r" b="b" t="t" l="l"/>
            <a:pathLst>
              <a:path h="2299611" w="2506396">
                <a:moveTo>
                  <a:pt x="0" y="0"/>
                </a:moveTo>
                <a:lnTo>
                  <a:pt x="2506396" y="0"/>
                </a:lnTo>
                <a:lnTo>
                  <a:pt x="2506396" y="2299611"/>
                </a:lnTo>
                <a:lnTo>
                  <a:pt x="0" y="229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076" t="-47658" r="-43726" b="-5485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0761" y="4878340"/>
            <a:ext cx="6225479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Si comunicar avances te parece extra,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en remoto es una habilidad clave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46844" y="7598439"/>
            <a:ext cx="2193311" cy="2699183"/>
          </a:xfrm>
          <a:custGeom>
            <a:avLst/>
            <a:gdLst/>
            <a:ahLst/>
            <a:cxnLst/>
            <a:rect r="r" b="b" t="t" l="l"/>
            <a:pathLst>
              <a:path h="2699183" w="2193311">
                <a:moveTo>
                  <a:pt x="0" y="0"/>
                </a:moveTo>
                <a:lnTo>
                  <a:pt x="2193312" y="0"/>
                </a:lnTo>
                <a:lnTo>
                  <a:pt x="2193312" y="2699183"/>
                </a:lnTo>
                <a:lnTo>
                  <a:pt x="0" y="2699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142" t="-32594" r="-50139" b="-309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63375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Nada de esto es un no definitivo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es una señal de en qué trabajar primero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71202" y="8452832"/>
            <a:ext cx="1744597" cy="2730839"/>
          </a:xfrm>
          <a:custGeom>
            <a:avLst/>
            <a:gdLst/>
            <a:ahLst/>
            <a:cxnLst/>
            <a:rect r="r" b="b" t="t" l="l"/>
            <a:pathLst>
              <a:path h="2730839" w="1744597">
                <a:moveTo>
                  <a:pt x="0" y="0"/>
                </a:moveTo>
                <a:lnTo>
                  <a:pt x="1744596" y="0"/>
                </a:lnTo>
                <a:lnTo>
                  <a:pt x="1744596" y="2730839"/>
                </a:lnTo>
                <a:lnTo>
                  <a:pt x="0" y="2730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119" t="-23117" r="-63119" b="-214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63375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El trabajo remoto no es para poco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Es para quien se prepara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774766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¿Cuál de estas señales estás trabajando hoy?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520457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7233885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7008" y="6760982"/>
            <a:ext cx="4952984" cy="4355730"/>
          </a:xfrm>
          <a:custGeom>
            <a:avLst/>
            <a:gdLst/>
            <a:ahLst/>
            <a:cxnLst/>
            <a:rect r="r" b="b" t="t" l="l"/>
            <a:pathLst>
              <a:path h="4355730" w="4952984">
                <a:moveTo>
                  <a:pt x="0" y="0"/>
                </a:moveTo>
                <a:lnTo>
                  <a:pt x="4952984" y="0"/>
                </a:lnTo>
                <a:lnTo>
                  <a:pt x="4952984" y="4355731"/>
                </a:lnTo>
                <a:lnTo>
                  <a:pt x="0" y="4355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84" t="-22327" r="-15461" b="-2361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2138" y="4378919"/>
            <a:ext cx="6506541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EL TRABAJO REMOTO NO SE IMPROVISA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56197"/>
            <a:ext cx="8229600" cy="70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b="true" sz="4127" u="sng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Se aprende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8" r="0" b="-2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69536" y="7860005"/>
            <a:ext cx="3747927" cy="3322677"/>
          </a:xfrm>
          <a:custGeom>
            <a:avLst/>
            <a:gdLst/>
            <a:ahLst/>
            <a:cxnLst/>
            <a:rect r="r" b="b" t="t" l="l"/>
            <a:pathLst>
              <a:path h="3322677" w="3747927">
                <a:moveTo>
                  <a:pt x="0" y="0"/>
                </a:moveTo>
                <a:lnTo>
                  <a:pt x="3747928" y="0"/>
                </a:lnTo>
                <a:lnTo>
                  <a:pt x="3747928" y="3322677"/>
                </a:lnTo>
                <a:lnTo>
                  <a:pt x="0" y="332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22" t="-25251" r="-24383" b="-4079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196295"/>
            <a:ext cx="8229600" cy="226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¿AÚN NO TERMINAS DE COMPLETAR TU PERFIL EN HUTRIT CLUB?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4930" y="7525956"/>
            <a:ext cx="5257141" cy="2996919"/>
          </a:xfrm>
          <a:custGeom>
            <a:avLst/>
            <a:gdLst/>
            <a:ahLst/>
            <a:cxnLst/>
            <a:rect r="r" b="b" t="t" l="l"/>
            <a:pathLst>
              <a:path h="2996919" w="5257141">
                <a:moveTo>
                  <a:pt x="0" y="0"/>
                </a:moveTo>
                <a:lnTo>
                  <a:pt x="5257140" y="0"/>
                </a:lnTo>
                <a:lnTo>
                  <a:pt x="5257140" y="2996919"/>
                </a:lnTo>
                <a:lnTo>
                  <a:pt x="0" y="2996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75" r="0" b="-3574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204439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Un perfil completo tiene </a:t>
            </a: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visibilidad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frente a empresas que buscan 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talento remoto.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5021" y="7094199"/>
            <a:ext cx="6356958" cy="3149619"/>
          </a:xfrm>
          <a:custGeom>
            <a:avLst/>
            <a:gdLst/>
            <a:ahLst/>
            <a:cxnLst/>
            <a:rect r="r" b="b" t="t" l="l"/>
            <a:pathLst>
              <a:path h="3149619" w="6356958">
                <a:moveTo>
                  <a:pt x="0" y="0"/>
                </a:moveTo>
                <a:lnTo>
                  <a:pt x="6356958" y="0"/>
                </a:lnTo>
                <a:lnTo>
                  <a:pt x="6356958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124" r="0" b="-607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204439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Visibilidad = más posibilidades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de acceder a empleos reales desde </a:t>
            </a:r>
            <a:r>
              <a:rPr lang="en-US" b="true" sz="3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$500</a:t>
            </a: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a </a:t>
            </a:r>
            <a:r>
              <a:rPr lang="en-US" b="true" sz="3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$800 USD</a:t>
            </a: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al mes.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6950" y="8389704"/>
            <a:ext cx="2653101" cy="2576653"/>
          </a:xfrm>
          <a:custGeom>
            <a:avLst/>
            <a:gdLst/>
            <a:ahLst/>
            <a:cxnLst/>
            <a:rect r="r" b="b" t="t" l="l"/>
            <a:pathLst>
              <a:path h="2576653" w="2653101">
                <a:moveTo>
                  <a:pt x="0" y="0"/>
                </a:moveTo>
                <a:lnTo>
                  <a:pt x="2653100" y="0"/>
                </a:lnTo>
                <a:lnTo>
                  <a:pt x="2653100" y="2576653"/>
                </a:lnTo>
                <a:lnTo>
                  <a:pt x="0" y="2576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549" t="-21337" r="-23549" b="-3012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707171"/>
            <a:ext cx="82296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Empresas buscan </a:t>
            </a: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perfiles listos</a:t>
            </a: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no personas que todavía 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“están viendo”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9236" y="6833318"/>
            <a:ext cx="7088527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Completar tu perfil te pone en el radar correcto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8131" y="8488980"/>
            <a:ext cx="3034067" cy="2717074"/>
          </a:xfrm>
          <a:custGeom>
            <a:avLst/>
            <a:gdLst/>
            <a:ahLst/>
            <a:cxnLst/>
            <a:rect r="r" b="b" t="t" l="l"/>
            <a:pathLst>
              <a:path h="2717074" w="3034067">
                <a:moveTo>
                  <a:pt x="0" y="0"/>
                </a:moveTo>
                <a:lnTo>
                  <a:pt x="3034067" y="0"/>
                </a:lnTo>
                <a:lnTo>
                  <a:pt x="3034067" y="2717075"/>
                </a:lnTo>
                <a:lnTo>
                  <a:pt x="0" y="271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25" t="-19577" r="-12091" b="-1957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77249"/>
            <a:ext cx="8229600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Trabajo remoto no es solo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ganar en USD</a:t>
            </a: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Es trabajar tranquilo,</a:t>
            </a: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desde casa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con horarios claros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7193" y="4247625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8113846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52093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Tu perfil incompleto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 no muestra todo lo que sabes hacer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37029"/>
            <a:ext cx="845331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completa tu perfil hoy 👆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62733" y="7212755"/>
            <a:ext cx="4825350" cy="4346723"/>
          </a:xfrm>
          <a:custGeom>
            <a:avLst/>
            <a:gdLst/>
            <a:ahLst/>
            <a:cxnLst/>
            <a:rect r="r" b="b" t="t" l="l"/>
            <a:pathLst>
              <a:path h="4346723" w="4825350">
                <a:moveTo>
                  <a:pt x="0" y="0"/>
                </a:moveTo>
                <a:lnTo>
                  <a:pt x="4825351" y="0"/>
                </a:lnTo>
                <a:lnTo>
                  <a:pt x="4825351" y="4346723"/>
                </a:lnTo>
                <a:lnTo>
                  <a:pt x="0" y="4346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64" t="-21288" r="-19176" b="-249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0229" y="4378919"/>
            <a:ext cx="6506541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¿AÚN NO TRABAJAS REMOTO?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56197"/>
            <a:ext cx="8229600" cy="70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  <a:spcBef>
                <a:spcPct val="0"/>
              </a:spcBef>
            </a:pPr>
            <a:r>
              <a:rPr lang="en-US" b="true" sz="41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Tal vez no es falta de talento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44897" y="7714609"/>
            <a:ext cx="5797206" cy="3551967"/>
          </a:xfrm>
          <a:custGeom>
            <a:avLst/>
            <a:gdLst/>
            <a:ahLst/>
            <a:cxnLst/>
            <a:rect r="r" b="b" t="t" l="l"/>
            <a:pathLst>
              <a:path h="3551967" w="5797206">
                <a:moveTo>
                  <a:pt x="0" y="0"/>
                </a:moveTo>
                <a:lnTo>
                  <a:pt x="5797206" y="0"/>
                </a:lnTo>
                <a:lnTo>
                  <a:pt x="5797206" y="3551966"/>
                </a:lnTo>
                <a:lnTo>
                  <a:pt x="0" y="3551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229" r="0" b="-3198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196295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ANTES DE APLICAR A TU</a:t>
            </a: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PRIMER TRABAJO REMOTO…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02813"/>
            <a:ext cx="8229600" cy="72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Ten esto listo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0906" y="4111339"/>
            <a:ext cx="1065187" cy="1065187"/>
          </a:xfrm>
          <a:custGeom>
            <a:avLst/>
            <a:gdLst/>
            <a:ahLst/>
            <a:cxnLst/>
            <a:rect r="r" b="b" t="t" l="l"/>
            <a:pathLst>
              <a:path h="1065187" w="1065187">
                <a:moveTo>
                  <a:pt x="0" y="0"/>
                </a:moveTo>
                <a:lnTo>
                  <a:pt x="1065188" y="0"/>
                </a:lnTo>
                <a:lnTo>
                  <a:pt x="1065188" y="1065187"/>
                </a:lnTo>
                <a:lnTo>
                  <a:pt x="0" y="1065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43755" y="8178540"/>
            <a:ext cx="1799491" cy="2275726"/>
          </a:xfrm>
          <a:custGeom>
            <a:avLst/>
            <a:gdLst/>
            <a:ahLst/>
            <a:cxnLst/>
            <a:rect r="r" b="b" t="t" l="l"/>
            <a:pathLst>
              <a:path h="2275726" w="1799491">
                <a:moveTo>
                  <a:pt x="0" y="0"/>
                </a:moveTo>
                <a:lnTo>
                  <a:pt x="1799490" y="0"/>
                </a:lnTo>
                <a:lnTo>
                  <a:pt x="1799490" y="2275726"/>
                </a:lnTo>
                <a:lnTo>
                  <a:pt x="0" y="2275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679" t="-23341" r="-42751" b="-201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41336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Un perfil que explique </a:t>
            </a: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qué problema sabes resolver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No solo qué tareas haces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0906" y="4057333"/>
            <a:ext cx="1119193" cy="1119193"/>
          </a:xfrm>
          <a:custGeom>
            <a:avLst/>
            <a:gdLst/>
            <a:ahLst/>
            <a:cxnLst/>
            <a:rect r="r" b="b" t="t" l="l"/>
            <a:pathLst>
              <a:path h="1119193" w="1119193">
                <a:moveTo>
                  <a:pt x="0" y="0"/>
                </a:moveTo>
                <a:lnTo>
                  <a:pt x="1119194" y="0"/>
                </a:lnTo>
                <a:lnTo>
                  <a:pt x="1119194" y="1119193"/>
                </a:lnTo>
                <a:lnTo>
                  <a:pt x="0" y="1119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74276" y="7982607"/>
            <a:ext cx="3350366" cy="2766182"/>
          </a:xfrm>
          <a:custGeom>
            <a:avLst/>
            <a:gdLst/>
            <a:ahLst/>
            <a:cxnLst/>
            <a:rect r="r" b="b" t="t" l="l"/>
            <a:pathLst>
              <a:path h="2766182" w="3350366">
                <a:moveTo>
                  <a:pt x="0" y="0"/>
                </a:moveTo>
                <a:lnTo>
                  <a:pt x="3350366" y="0"/>
                </a:lnTo>
                <a:lnTo>
                  <a:pt x="3350366" y="2766182"/>
                </a:lnTo>
                <a:lnTo>
                  <a:pt x="0" y="2766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257" t="-31619" r="-20158" b="-3360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41336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Resultados claros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Si no puedes medir tu impacto, </a:t>
            </a: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el mercado no lo verá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5963" y="4057333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55933" y="7763466"/>
            <a:ext cx="3829141" cy="2595600"/>
          </a:xfrm>
          <a:custGeom>
            <a:avLst/>
            <a:gdLst/>
            <a:ahLst/>
            <a:cxnLst/>
            <a:rect r="r" b="b" t="t" l="l"/>
            <a:pathLst>
              <a:path h="2595600" w="3829141">
                <a:moveTo>
                  <a:pt x="0" y="0"/>
                </a:moveTo>
                <a:lnTo>
                  <a:pt x="3829140" y="0"/>
                </a:lnTo>
                <a:lnTo>
                  <a:pt x="3829140" y="2595600"/>
                </a:lnTo>
                <a:lnTo>
                  <a:pt x="0" y="259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08" t="-60197" r="-25055" b="-5808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4870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Disponibilidad real de horario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Remoto no significa desorden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5963" y="4057333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4870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Comunicación escrita clara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En remoto, el chat es tu oficina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29001" y="7756558"/>
            <a:ext cx="3083004" cy="2578031"/>
          </a:xfrm>
          <a:custGeom>
            <a:avLst/>
            <a:gdLst/>
            <a:ahLst/>
            <a:cxnLst/>
            <a:rect r="r" b="b" t="t" l="l"/>
            <a:pathLst>
              <a:path h="2578031" w="3083004">
                <a:moveTo>
                  <a:pt x="0" y="0"/>
                </a:moveTo>
                <a:lnTo>
                  <a:pt x="3083004" y="0"/>
                </a:lnTo>
                <a:lnTo>
                  <a:pt x="3083004" y="2578031"/>
                </a:lnTo>
                <a:lnTo>
                  <a:pt x="0" y="2578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032" t="-55402" r="-35739" b="-50015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5963" y="4057333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7086" y="7691437"/>
            <a:ext cx="1923962" cy="2365896"/>
          </a:xfrm>
          <a:custGeom>
            <a:avLst/>
            <a:gdLst/>
            <a:ahLst/>
            <a:cxnLst/>
            <a:rect r="r" b="b" t="t" l="l"/>
            <a:pathLst>
              <a:path h="2365896" w="1923962">
                <a:moveTo>
                  <a:pt x="0" y="0"/>
                </a:moveTo>
                <a:lnTo>
                  <a:pt x="1923963" y="0"/>
                </a:lnTo>
                <a:lnTo>
                  <a:pt x="1923963" y="2365896"/>
                </a:lnTo>
                <a:lnTo>
                  <a:pt x="0" y="2365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608" t="-31935" r="-45198" b="-289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4870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Tu perfil completo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en la plataforma correcta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7193" y="4247625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8113846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52093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Aplicar sin esto listo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 es competir con desventaja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37029"/>
            <a:ext cx="845331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antes de aplicar👆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45219" y="1725994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87934" y="7295105"/>
            <a:ext cx="4311133" cy="4311133"/>
          </a:xfrm>
          <a:custGeom>
            <a:avLst/>
            <a:gdLst/>
            <a:ahLst/>
            <a:cxnLst/>
            <a:rect r="r" b="b" t="t" l="l"/>
            <a:pathLst>
              <a:path h="4311133" w="4311133">
                <a:moveTo>
                  <a:pt x="0" y="0"/>
                </a:moveTo>
                <a:lnTo>
                  <a:pt x="4311132" y="0"/>
                </a:lnTo>
                <a:lnTo>
                  <a:pt x="4311132" y="4311132"/>
                </a:lnTo>
                <a:lnTo>
                  <a:pt x="0" y="431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578973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NO NECESITAS IRTE DEL PAÍS PARA GANAR EN USD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59399"/>
            <a:ext cx="8229600" cy="60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8"/>
              </a:lnSpc>
              <a:spcBef>
                <a:spcPct val="0"/>
              </a:spcBef>
            </a:pPr>
            <a:r>
              <a:rPr lang="en-US" b="true" sz="3627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Necesitas estar en el lugar correcto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45219" y="1725994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18123" y="7684501"/>
            <a:ext cx="3650754" cy="3650754"/>
          </a:xfrm>
          <a:custGeom>
            <a:avLst/>
            <a:gdLst/>
            <a:ahLst/>
            <a:cxnLst/>
            <a:rect r="r" b="b" t="t" l="l"/>
            <a:pathLst>
              <a:path h="3650754" w="3650754">
                <a:moveTo>
                  <a:pt x="0" y="0"/>
                </a:moveTo>
                <a:lnTo>
                  <a:pt x="3650754" y="0"/>
                </a:lnTo>
                <a:lnTo>
                  <a:pt x="3650754" y="3650754"/>
                </a:lnTo>
                <a:lnTo>
                  <a:pt x="0" y="3650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558626"/>
            <a:ext cx="8229600" cy="302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SI QUIERES </a:t>
            </a:r>
          </a:p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TRABAJAR REMOTO,</a:t>
            </a:r>
          </a:p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empieza por </a:t>
            </a:r>
          </a:p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mejorar esto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53840"/>
            <a:ext cx="8229600" cy="60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8"/>
              </a:lnSpc>
              <a:spcBef>
                <a:spcPct val="0"/>
              </a:spcBef>
            </a:pPr>
            <a:r>
              <a:rPr lang="en-US" b="true" sz="3627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No es lo que crees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22224" y="7894396"/>
            <a:ext cx="6356958" cy="3464542"/>
          </a:xfrm>
          <a:custGeom>
            <a:avLst/>
            <a:gdLst/>
            <a:ahLst/>
            <a:cxnLst/>
            <a:rect r="r" b="b" t="t" l="l"/>
            <a:pathLst>
              <a:path h="3464542" w="6356958">
                <a:moveTo>
                  <a:pt x="0" y="0"/>
                </a:moveTo>
                <a:lnTo>
                  <a:pt x="6356958" y="0"/>
                </a:lnTo>
                <a:lnTo>
                  <a:pt x="6356958" y="3464543"/>
                </a:lnTo>
                <a:lnTo>
                  <a:pt x="0" y="3464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33132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12A562"/>
                </a:solidFill>
                <a:latin typeface="Mulish Heavy"/>
                <a:ea typeface="Mulish Heavy"/>
                <a:cs typeface="Mulish Heavy"/>
                <a:sym typeface="Mulish Heavy"/>
              </a:rPr>
              <a:t>HAZ ESTO </a:t>
            </a:r>
          </a:p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DURANTE 30 DÍAS…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999" y="6239651"/>
            <a:ext cx="7039001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Y aumenta tus oportunidades en remoto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0906" y="4111339"/>
            <a:ext cx="1065187" cy="1065187"/>
          </a:xfrm>
          <a:custGeom>
            <a:avLst/>
            <a:gdLst/>
            <a:ahLst/>
            <a:cxnLst/>
            <a:rect r="r" b="b" t="t" l="l"/>
            <a:pathLst>
              <a:path h="1065187" w="1065187">
                <a:moveTo>
                  <a:pt x="0" y="0"/>
                </a:moveTo>
                <a:lnTo>
                  <a:pt x="1065188" y="0"/>
                </a:lnTo>
                <a:lnTo>
                  <a:pt x="1065188" y="1065187"/>
                </a:lnTo>
                <a:lnTo>
                  <a:pt x="0" y="1065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9104" y="7239657"/>
            <a:ext cx="3068792" cy="2357564"/>
          </a:xfrm>
          <a:custGeom>
            <a:avLst/>
            <a:gdLst/>
            <a:ahLst/>
            <a:cxnLst/>
            <a:rect r="r" b="b" t="t" l="l"/>
            <a:pathLst>
              <a:path h="2357564" w="3068792">
                <a:moveTo>
                  <a:pt x="0" y="0"/>
                </a:moveTo>
                <a:lnTo>
                  <a:pt x="3068792" y="0"/>
                </a:lnTo>
                <a:lnTo>
                  <a:pt x="3068792" y="2357564"/>
                </a:lnTo>
                <a:lnTo>
                  <a:pt x="0" y="2357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459" t="-16718" r="-45447" b="-180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41336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Escribe cada día lo que lograste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No lo que hiciste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83903" y="4237684"/>
            <a:ext cx="1119193" cy="1119193"/>
          </a:xfrm>
          <a:custGeom>
            <a:avLst/>
            <a:gdLst/>
            <a:ahLst/>
            <a:cxnLst/>
            <a:rect r="r" b="b" t="t" l="l"/>
            <a:pathLst>
              <a:path h="1119193" w="1119193">
                <a:moveTo>
                  <a:pt x="0" y="0"/>
                </a:moveTo>
                <a:lnTo>
                  <a:pt x="1119194" y="0"/>
                </a:lnTo>
                <a:lnTo>
                  <a:pt x="1119194" y="1119193"/>
                </a:lnTo>
                <a:lnTo>
                  <a:pt x="0" y="1119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63523" y="7099978"/>
            <a:ext cx="4759954" cy="2248672"/>
          </a:xfrm>
          <a:custGeom>
            <a:avLst/>
            <a:gdLst/>
            <a:ahLst/>
            <a:cxnLst/>
            <a:rect r="r" b="b" t="t" l="l"/>
            <a:pathLst>
              <a:path h="2248672" w="4759954">
                <a:moveTo>
                  <a:pt x="0" y="0"/>
                </a:moveTo>
                <a:lnTo>
                  <a:pt x="4759954" y="0"/>
                </a:lnTo>
                <a:lnTo>
                  <a:pt x="4759954" y="2248671"/>
                </a:lnTo>
                <a:lnTo>
                  <a:pt x="0" y="2248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42" t="-16600" r="-7618" b="-166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04559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Practica explicar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tu trabajo en 3 líneas claras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4216441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36092" y="7281153"/>
            <a:ext cx="2614816" cy="1887923"/>
          </a:xfrm>
          <a:custGeom>
            <a:avLst/>
            <a:gdLst/>
            <a:ahLst/>
            <a:cxnLst/>
            <a:rect r="r" b="b" t="t" l="l"/>
            <a:pathLst>
              <a:path h="1887923" w="2614816">
                <a:moveTo>
                  <a:pt x="0" y="0"/>
                </a:moveTo>
                <a:lnTo>
                  <a:pt x="2614816" y="0"/>
                </a:lnTo>
                <a:lnTo>
                  <a:pt x="2614816" y="1887923"/>
                </a:lnTo>
                <a:lnTo>
                  <a:pt x="0" y="1887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7427" t="-50982" r="-80817" b="-4395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576972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Mejora tu comunicación escrita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12A562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b="true" sz="4199">
                <a:solidFill>
                  <a:srgbClr val="12A562"/>
                </a:solidFill>
                <a:latin typeface="Mulish Bold"/>
                <a:ea typeface="Mulish Bold"/>
                <a:cs typeface="Mulish Bold"/>
                <a:sym typeface="Mulish Bold"/>
              </a:rPr>
              <a:t>Menos palabras. Más claridad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4304367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2034" y="7486867"/>
            <a:ext cx="3942933" cy="2148898"/>
          </a:xfrm>
          <a:custGeom>
            <a:avLst/>
            <a:gdLst/>
            <a:ahLst/>
            <a:cxnLst/>
            <a:rect r="r" b="b" t="t" l="l"/>
            <a:pathLst>
              <a:path h="2148898" w="3942933">
                <a:moveTo>
                  <a:pt x="0" y="0"/>
                </a:moveTo>
                <a:lnTo>
                  <a:pt x="3942932" y="0"/>
                </a:lnTo>
                <a:lnTo>
                  <a:pt x="3942932" y="2148898"/>
                </a:lnTo>
                <a:lnTo>
                  <a:pt x="0" y="2148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22048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Organiza tu día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antes de empezarlo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68" t="-48077" r="-1293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4332329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2563" y="7023915"/>
            <a:ext cx="3841873" cy="3464542"/>
          </a:xfrm>
          <a:custGeom>
            <a:avLst/>
            <a:gdLst/>
            <a:ahLst/>
            <a:cxnLst/>
            <a:rect r="r" b="b" t="t" l="l"/>
            <a:pathLst>
              <a:path h="3464542" w="3841873">
                <a:moveTo>
                  <a:pt x="0" y="0"/>
                </a:moveTo>
                <a:lnTo>
                  <a:pt x="3841874" y="0"/>
                </a:lnTo>
                <a:lnTo>
                  <a:pt x="3841874" y="3464543"/>
                </a:lnTo>
                <a:lnTo>
                  <a:pt x="0" y="346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748" t="0" r="-3471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663565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Actualiza tu perfil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con lo que vas mejorando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7193" y="4247625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8113846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52093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No necesitas suerte,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 Necesitas preparación constante.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37029"/>
            <a:ext cx="845331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plan de 30 días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73121" y="8138651"/>
            <a:ext cx="4940758" cy="2692713"/>
          </a:xfrm>
          <a:custGeom>
            <a:avLst/>
            <a:gdLst/>
            <a:ahLst/>
            <a:cxnLst/>
            <a:rect r="r" b="b" t="t" l="l"/>
            <a:pathLst>
              <a:path h="2692713" w="4940758">
                <a:moveTo>
                  <a:pt x="0" y="0"/>
                </a:moveTo>
                <a:lnTo>
                  <a:pt x="4940758" y="0"/>
                </a:lnTo>
                <a:lnTo>
                  <a:pt x="4940758" y="2692713"/>
                </a:lnTo>
                <a:lnTo>
                  <a:pt x="0" y="269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33132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¿NO TIENES EXPERIENCIA REMOTA?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6700" y="6198976"/>
            <a:ext cx="7039001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Igual puedes verte listo para trabajar así 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92901" y="6543025"/>
            <a:ext cx="4901197" cy="2671153"/>
          </a:xfrm>
          <a:custGeom>
            <a:avLst/>
            <a:gdLst/>
            <a:ahLst/>
            <a:cxnLst/>
            <a:rect r="r" b="b" t="t" l="l"/>
            <a:pathLst>
              <a:path h="2671153" w="4901197">
                <a:moveTo>
                  <a:pt x="0" y="0"/>
                </a:moveTo>
                <a:lnTo>
                  <a:pt x="4901198" y="0"/>
                </a:lnTo>
                <a:lnTo>
                  <a:pt x="4901198" y="2671152"/>
                </a:lnTo>
                <a:lnTo>
                  <a:pt x="0" y="2671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3724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Muestra que sabes trabajar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 sin supervisión constante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3657" y="7012327"/>
            <a:ext cx="5179686" cy="2822929"/>
          </a:xfrm>
          <a:custGeom>
            <a:avLst/>
            <a:gdLst/>
            <a:ahLst/>
            <a:cxnLst/>
            <a:rect r="r" b="b" t="t" l="l"/>
            <a:pathLst>
              <a:path h="2822929" w="5179686">
                <a:moveTo>
                  <a:pt x="0" y="0"/>
                </a:moveTo>
                <a:lnTo>
                  <a:pt x="5179686" y="0"/>
                </a:lnTo>
                <a:lnTo>
                  <a:pt x="5179686" y="2822928"/>
                </a:lnTo>
                <a:lnTo>
                  <a:pt x="0" y="2822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74666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Incluye ejemplos de cómo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 te organizas</a:t>
            </a: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en-US" sz="4199">
                <a:solidFill>
                  <a:srgbClr val="DC433A"/>
                </a:solidFill>
                <a:latin typeface="Mulish"/>
                <a:ea typeface="Mulish"/>
                <a:cs typeface="Mulish"/>
                <a:sym typeface="Mulish"/>
              </a:rPr>
              <a:t>priorizas</a:t>
            </a: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sz="4199">
                <a:solidFill>
                  <a:srgbClr val="545454"/>
                </a:solidFill>
                <a:latin typeface="Mulish"/>
                <a:ea typeface="Mulish"/>
                <a:cs typeface="Mulish"/>
                <a:sym typeface="Mulish"/>
              </a:rPr>
              <a:t>y cumples tiempos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06048" y="7293908"/>
            <a:ext cx="4874905" cy="2656823"/>
          </a:xfrm>
          <a:custGeom>
            <a:avLst/>
            <a:gdLst/>
            <a:ahLst/>
            <a:cxnLst/>
            <a:rect r="r" b="b" t="t" l="l"/>
            <a:pathLst>
              <a:path h="2656823" w="4874905">
                <a:moveTo>
                  <a:pt x="0" y="0"/>
                </a:moveTo>
                <a:lnTo>
                  <a:pt x="4874904" y="0"/>
                </a:lnTo>
                <a:lnTo>
                  <a:pt x="4874904" y="2656823"/>
                </a:lnTo>
                <a:lnTo>
                  <a:pt x="0" y="2656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37240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Destaca proyectos donde</a:t>
            </a:r>
          </a:p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DC433A"/>
                </a:solidFill>
                <a:latin typeface="Mulish"/>
                <a:ea typeface="Mulish"/>
                <a:cs typeface="Mulish"/>
                <a:sym typeface="Mulish"/>
              </a:rPr>
              <a:t> trabajaste por resultados</a:t>
            </a: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no por presencia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8048" y="7137474"/>
            <a:ext cx="4850903" cy="2643742"/>
          </a:xfrm>
          <a:custGeom>
            <a:avLst/>
            <a:gdLst/>
            <a:ahLst/>
            <a:cxnLst/>
            <a:rect r="r" b="b" t="t" l="l"/>
            <a:pathLst>
              <a:path h="2643742" w="4850903">
                <a:moveTo>
                  <a:pt x="0" y="0"/>
                </a:moveTo>
                <a:lnTo>
                  <a:pt x="4850904" y="0"/>
                </a:lnTo>
                <a:lnTo>
                  <a:pt x="4850904" y="2643742"/>
                </a:lnTo>
                <a:lnTo>
                  <a:pt x="0" y="2643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37240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Si te comunicas bien por escrito,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eso también cuenta como ventaja remota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00439" y="8461631"/>
            <a:ext cx="4886121" cy="2662936"/>
          </a:xfrm>
          <a:custGeom>
            <a:avLst/>
            <a:gdLst/>
            <a:ahLst/>
            <a:cxnLst/>
            <a:rect r="r" b="b" t="t" l="l"/>
            <a:pathLst>
              <a:path h="2662936" w="4886121">
                <a:moveTo>
                  <a:pt x="0" y="0"/>
                </a:moveTo>
                <a:lnTo>
                  <a:pt x="4886122" y="0"/>
                </a:lnTo>
                <a:lnTo>
                  <a:pt x="4886122" y="2662936"/>
                </a:lnTo>
                <a:lnTo>
                  <a:pt x="0" y="2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04776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No necesitas decir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4949"/>
                </a:solidFill>
                <a:latin typeface="Mulish"/>
                <a:ea typeface="Mulish"/>
                <a:cs typeface="Mulish"/>
                <a:sym typeface="Mulish"/>
              </a:rPr>
              <a:t> “ya trabajé remoto”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131689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Necesitas demostrar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9B58"/>
                </a:solidFill>
                <a:latin typeface="Mulish"/>
                <a:ea typeface="Mulish"/>
                <a:cs typeface="Mulish"/>
                <a:sym typeface="Mulish"/>
              </a:rPr>
              <a:t> que puedes hacerlo bien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5856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DC433A"/>
                </a:solidFill>
                <a:latin typeface="Mulish"/>
                <a:ea typeface="Mulish"/>
                <a:cs typeface="Mulish"/>
                <a:sym typeface="Mulish"/>
              </a:rPr>
              <a:t>Guarda este post y revísalo antes de actualizar tu perfil.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177590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7077275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07792" y="8032064"/>
            <a:ext cx="4680560" cy="2550905"/>
          </a:xfrm>
          <a:custGeom>
            <a:avLst/>
            <a:gdLst/>
            <a:ahLst/>
            <a:cxnLst/>
            <a:rect r="r" b="b" t="t" l="l"/>
            <a:pathLst>
              <a:path h="2550905" w="4680560">
                <a:moveTo>
                  <a:pt x="0" y="0"/>
                </a:moveTo>
                <a:lnTo>
                  <a:pt x="4680560" y="0"/>
                </a:lnTo>
                <a:lnTo>
                  <a:pt x="4680560" y="2550905"/>
                </a:lnTo>
                <a:lnTo>
                  <a:pt x="0" y="255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33132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SI QUIERES TRABAJO REMOTO,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9911" y="6198976"/>
            <a:ext cx="5827179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deja de poner esto en tu perfil 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73954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Frases genéricas como:</a:t>
            </a:r>
          </a:p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DC433A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sz="4199" b="true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responsable,</a:t>
            </a:r>
            <a:r>
              <a:rPr lang="en-US" sz="4199">
                <a:solidFill>
                  <a:srgbClr val="DC433A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sz="4199" b="true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proactivo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trabajo bajo presión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220644" y="7520859"/>
            <a:ext cx="3845711" cy="2383544"/>
          </a:xfrm>
          <a:custGeom>
            <a:avLst/>
            <a:gdLst/>
            <a:ahLst/>
            <a:cxnLst/>
            <a:rect r="r" b="b" t="t" l="l"/>
            <a:pathLst>
              <a:path h="2383544" w="3845711">
                <a:moveTo>
                  <a:pt x="0" y="0"/>
                </a:moveTo>
                <a:lnTo>
                  <a:pt x="3845712" y="0"/>
                </a:lnTo>
                <a:lnTo>
                  <a:pt x="3845712" y="2383544"/>
                </a:lnTo>
                <a:lnTo>
                  <a:pt x="0" y="2383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22" t="0" r="-370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0607" y="6873822"/>
            <a:ext cx="5305785" cy="2371656"/>
          </a:xfrm>
          <a:custGeom>
            <a:avLst/>
            <a:gdLst/>
            <a:ahLst/>
            <a:cxnLst/>
            <a:rect r="r" b="b" t="t" l="l"/>
            <a:pathLst>
              <a:path h="2371656" w="5305785">
                <a:moveTo>
                  <a:pt x="0" y="0"/>
                </a:moveTo>
                <a:lnTo>
                  <a:pt x="5305786" y="0"/>
                </a:lnTo>
                <a:lnTo>
                  <a:pt x="5305786" y="2371656"/>
                </a:lnTo>
                <a:lnTo>
                  <a:pt x="0" y="2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91" t="-24623" r="-10220" b="-2145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73954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Eso no te diferencia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Solo ocupa espacio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7292" y="7662650"/>
            <a:ext cx="3036131" cy="3084617"/>
          </a:xfrm>
          <a:custGeom>
            <a:avLst/>
            <a:gdLst/>
            <a:ahLst/>
            <a:cxnLst/>
            <a:rect r="r" b="b" t="t" l="l"/>
            <a:pathLst>
              <a:path h="3084617" w="3036131">
                <a:moveTo>
                  <a:pt x="0" y="0"/>
                </a:moveTo>
                <a:lnTo>
                  <a:pt x="3036131" y="0"/>
                </a:lnTo>
                <a:lnTo>
                  <a:pt x="3036131" y="3084618"/>
                </a:lnTo>
                <a:lnTo>
                  <a:pt x="0" y="3084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761" t="-5474" r="-55615" b="-684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73954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En lugar de eso, muestra:</a:t>
            </a: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qué lograste, qué mejoraste,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qué resolviste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73954"/>
            <a:ext cx="8229600" cy="29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Tu perfil debe ayudar a entender rápido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 </a:t>
            </a:r>
            <a:r>
              <a:rPr lang="en-US" b="true" sz="4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por qué una empresa debería considerarte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23340" y="8167437"/>
            <a:ext cx="5640319" cy="3073974"/>
          </a:xfrm>
          <a:custGeom>
            <a:avLst/>
            <a:gdLst/>
            <a:ahLst/>
            <a:cxnLst/>
            <a:rect r="r" b="b" t="t" l="l"/>
            <a:pathLst>
              <a:path h="3073974" w="5640319">
                <a:moveTo>
                  <a:pt x="0" y="0"/>
                </a:moveTo>
                <a:lnTo>
                  <a:pt x="5640320" y="0"/>
                </a:lnTo>
                <a:lnTo>
                  <a:pt x="5640320" y="3073974"/>
                </a:lnTo>
                <a:lnTo>
                  <a:pt x="0" y="307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43716" y="7414854"/>
            <a:ext cx="4199569" cy="2343820"/>
          </a:xfrm>
          <a:custGeom>
            <a:avLst/>
            <a:gdLst/>
            <a:ahLst/>
            <a:cxnLst/>
            <a:rect r="r" b="b" t="t" l="l"/>
            <a:pathLst>
              <a:path h="2343820" w="4199569">
                <a:moveTo>
                  <a:pt x="0" y="0"/>
                </a:moveTo>
                <a:lnTo>
                  <a:pt x="4199568" y="0"/>
                </a:lnTo>
                <a:lnTo>
                  <a:pt x="4199568" y="2343821"/>
                </a:lnTo>
                <a:lnTo>
                  <a:pt x="0" y="234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686" t="-23908" r="-24685" b="-2390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663565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antes de actualizar tu perfil.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177590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7077275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880892" y="8123709"/>
            <a:ext cx="4525216" cy="2466243"/>
          </a:xfrm>
          <a:custGeom>
            <a:avLst/>
            <a:gdLst/>
            <a:ahLst/>
            <a:cxnLst/>
            <a:rect r="r" b="b" t="t" l="l"/>
            <a:pathLst>
              <a:path h="2466243" w="4525216">
                <a:moveTo>
                  <a:pt x="0" y="0"/>
                </a:moveTo>
                <a:lnTo>
                  <a:pt x="4525216" y="0"/>
                </a:lnTo>
                <a:lnTo>
                  <a:pt x="4525216" y="2466243"/>
                </a:lnTo>
                <a:lnTo>
                  <a:pt x="0" y="2466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33132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¿YA APLICASTE A UNA VACANTE REMOTA?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53832"/>
            <a:ext cx="8229600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Esto es lo que deberías hacer después 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70356" y="6833707"/>
            <a:ext cx="3546287" cy="2617598"/>
          </a:xfrm>
          <a:custGeom>
            <a:avLst/>
            <a:gdLst/>
            <a:ahLst/>
            <a:cxnLst/>
            <a:rect r="r" b="b" t="t" l="l"/>
            <a:pathLst>
              <a:path h="2617598" w="3546287">
                <a:moveTo>
                  <a:pt x="0" y="0"/>
                </a:moveTo>
                <a:lnTo>
                  <a:pt x="3546288" y="0"/>
                </a:lnTo>
                <a:lnTo>
                  <a:pt x="3546288" y="2617598"/>
                </a:lnTo>
                <a:lnTo>
                  <a:pt x="0" y="261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53" t="-4737" r="-23858" b="-417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73954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Guarda la vacante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y vuelve a leerla con calma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62732" y="7638650"/>
            <a:ext cx="4561537" cy="2486038"/>
          </a:xfrm>
          <a:custGeom>
            <a:avLst/>
            <a:gdLst/>
            <a:ahLst/>
            <a:cxnLst/>
            <a:rect r="r" b="b" t="t" l="l"/>
            <a:pathLst>
              <a:path h="2486038" w="4561537">
                <a:moveTo>
                  <a:pt x="0" y="0"/>
                </a:moveTo>
                <a:lnTo>
                  <a:pt x="4561536" y="0"/>
                </a:lnTo>
                <a:lnTo>
                  <a:pt x="4561536" y="2486038"/>
                </a:lnTo>
                <a:lnTo>
                  <a:pt x="0" y="2486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73954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Anota qué pide el rol</a:t>
            </a: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y qué parte de eso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ya cumples bien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40072" y="7709138"/>
            <a:ext cx="4806857" cy="2619737"/>
          </a:xfrm>
          <a:custGeom>
            <a:avLst/>
            <a:gdLst/>
            <a:ahLst/>
            <a:cxnLst/>
            <a:rect r="r" b="b" t="t" l="l"/>
            <a:pathLst>
              <a:path h="2619737" w="4806857">
                <a:moveTo>
                  <a:pt x="0" y="0"/>
                </a:moveTo>
                <a:lnTo>
                  <a:pt x="4806856" y="0"/>
                </a:lnTo>
                <a:lnTo>
                  <a:pt x="4806856" y="2619737"/>
                </a:lnTo>
                <a:lnTo>
                  <a:pt x="0" y="2619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85777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Prepárate por si te escriben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No improvises si llega el mensaje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34136"/>
            <a:ext cx="8229600" cy="29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Sigue buscando,</a:t>
            </a:r>
          </a:p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pero con criterio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 No te quedes esperando una sola respuesta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33267" y="7716625"/>
            <a:ext cx="5020467" cy="2736154"/>
          </a:xfrm>
          <a:custGeom>
            <a:avLst/>
            <a:gdLst/>
            <a:ahLst/>
            <a:cxnLst/>
            <a:rect r="r" b="b" t="t" l="l"/>
            <a:pathLst>
              <a:path h="2736154" w="5020467">
                <a:moveTo>
                  <a:pt x="0" y="0"/>
                </a:moveTo>
                <a:lnTo>
                  <a:pt x="5020466" y="0"/>
                </a:lnTo>
                <a:lnTo>
                  <a:pt x="5020466" y="2736154"/>
                </a:lnTo>
                <a:lnTo>
                  <a:pt x="0" y="2736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04756" y="8579094"/>
            <a:ext cx="4277488" cy="2449125"/>
          </a:xfrm>
          <a:custGeom>
            <a:avLst/>
            <a:gdLst/>
            <a:ahLst/>
            <a:cxnLst/>
            <a:rect r="r" b="b" t="t" l="l"/>
            <a:pathLst>
              <a:path h="2449125" w="4277488">
                <a:moveTo>
                  <a:pt x="0" y="0"/>
                </a:moveTo>
                <a:lnTo>
                  <a:pt x="4277488" y="0"/>
                </a:lnTo>
                <a:lnTo>
                  <a:pt x="4277488" y="2449125"/>
                </a:lnTo>
                <a:lnTo>
                  <a:pt x="0" y="244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25" t="0" r="-6538" b="-89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70156"/>
            <a:ext cx="8229600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Aplicar no es el final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También importa cómo te preparas después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856973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para tu próxima aplicación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65021" y="7165193"/>
            <a:ext cx="6356958" cy="3464542"/>
          </a:xfrm>
          <a:custGeom>
            <a:avLst/>
            <a:gdLst/>
            <a:ahLst/>
            <a:cxnLst/>
            <a:rect r="r" b="b" t="t" l="l"/>
            <a:pathLst>
              <a:path h="3464542" w="6356958">
                <a:moveTo>
                  <a:pt x="0" y="0"/>
                </a:moveTo>
                <a:lnTo>
                  <a:pt x="6356958" y="0"/>
                </a:lnTo>
                <a:lnTo>
                  <a:pt x="6356958" y="3464542"/>
                </a:lnTo>
                <a:lnTo>
                  <a:pt x="0" y="3464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96833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BUSCAR TRABAJO REMOTO</a:t>
            </a:r>
          </a:p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 no es aplicar más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68974"/>
            <a:ext cx="8229600" cy="72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Es aplicar mejor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4650" y="7174750"/>
            <a:ext cx="7277700" cy="3966346"/>
          </a:xfrm>
          <a:custGeom>
            <a:avLst/>
            <a:gdLst/>
            <a:ahLst/>
            <a:cxnLst/>
            <a:rect r="r" b="b" t="t" l="l"/>
            <a:pathLst>
              <a:path h="3966346" w="7277700">
                <a:moveTo>
                  <a:pt x="0" y="0"/>
                </a:moveTo>
                <a:lnTo>
                  <a:pt x="7277700" y="0"/>
                </a:lnTo>
                <a:lnTo>
                  <a:pt x="7277700" y="3966346"/>
                </a:lnTo>
                <a:lnTo>
                  <a:pt x="0" y="3966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94278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 LA MAYORÍA APLICA SIN LEER BIEN LA VACANTE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99765"/>
            <a:ext cx="8229600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Esto es lo que debes revisar antes de darle "aplicar"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41500" y="8781581"/>
            <a:ext cx="2203999" cy="2062609"/>
          </a:xfrm>
          <a:custGeom>
            <a:avLst/>
            <a:gdLst/>
            <a:ahLst/>
            <a:cxnLst/>
            <a:rect r="r" b="b" t="t" l="l"/>
            <a:pathLst>
              <a:path h="2062609" w="2203999">
                <a:moveTo>
                  <a:pt x="0" y="0"/>
                </a:moveTo>
                <a:lnTo>
                  <a:pt x="2204000" y="0"/>
                </a:lnTo>
                <a:lnTo>
                  <a:pt x="2204000" y="2062609"/>
                </a:lnTo>
                <a:lnTo>
                  <a:pt x="0" y="206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9" t="-21906" r="-97138" b="-4976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334344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Busca la palabra "async"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20830"/>
            <a:ext cx="8229600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Si aparece → la empresa trabaja sin reuniones constantes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Si no aparece → probablemente espera que estés disponible en su horario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01775"/>
            <a:ext cx="8229600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Eso cambia todo tu día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87202" y="9670165"/>
            <a:ext cx="4512596" cy="1744283"/>
          </a:xfrm>
          <a:custGeom>
            <a:avLst/>
            <a:gdLst/>
            <a:ahLst/>
            <a:cxnLst/>
            <a:rect r="r" b="b" t="t" l="l"/>
            <a:pathLst>
              <a:path h="1744283" w="4512596">
                <a:moveTo>
                  <a:pt x="0" y="0"/>
                </a:moveTo>
                <a:lnTo>
                  <a:pt x="4512596" y="0"/>
                </a:lnTo>
                <a:lnTo>
                  <a:pt x="4512596" y="1744282"/>
                </a:lnTo>
                <a:lnTo>
                  <a:pt x="0" y="174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34" t="-31497" r="-7575" b="-3009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93385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¿Quién redactó esta vacante?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5225" y="4526310"/>
            <a:ext cx="6636551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Una vacante específica dice: 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"Reducir el tiempo de respuesta al cliente en un 30%"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Una genérica dice: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"Persona proactiva con ganas de aprender"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975984"/>
            <a:ext cx="8229600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La segunda no sabe lo que quiere </a:t>
            </a:r>
            <a:r>
              <a:rPr lang="en-US" b="true" sz="37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Cuidado con esa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9423" y="8274224"/>
            <a:ext cx="4142332" cy="2314528"/>
          </a:xfrm>
          <a:custGeom>
            <a:avLst/>
            <a:gdLst/>
            <a:ahLst/>
            <a:cxnLst/>
            <a:rect r="r" b="b" t="t" l="l"/>
            <a:pathLst>
              <a:path h="2314528" w="4142332">
                <a:moveTo>
                  <a:pt x="0" y="0"/>
                </a:moveTo>
                <a:lnTo>
                  <a:pt x="4142331" y="0"/>
                </a:lnTo>
                <a:lnTo>
                  <a:pt x="4142331" y="2314527"/>
                </a:lnTo>
                <a:lnTo>
                  <a:pt x="0" y="231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64659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¿Cómo describen al equipo?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88323"/>
            <a:ext cx="8229600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¿Mencionan zona horaria?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¿Dicen cuántas personas hay?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¿Hablan de cultura o solo de tareas?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Si no dicen nada de eso → no tienen claro cómo trabajan en remoto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5789" y="7412831"/>
            <a:ext cx="8229600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Y eso te va a costar a ti después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849836"/>
            <a:ext cx="822960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¿Te dicen cuántas etapas hay? ¿Hay prueba técnica? ¿Mencionan tiempos?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Si el proceso está claro → la empresa está organizada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Si no dicen nada → prepárate para el silencio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0376" y="8580480"/>
            <a:ext cx="7066248" cy="1740880"/>
          </a:xfrm>
          <a:custGeom>
            <a:avLst/>
            <a:gdLst/>
            <a:ahLst/>
            <a:cxnLst/>
            <a:rect r="r" b="b" t="t" l="l"/>
            <a:pathLst>
              <a:path h="1740880" w="7066248">
                <a:moveTo>
                  <a:pt x="0" y="0"/>
                </a:moveTo>
                <a:lnTo>
                  <a:pt x="7066248" y="0"/>
                </a:lnTo>
                <a:lnTo>
                  <a:pt x="7066248" y="1740880"/>
                </a:lnTo>
                <a:lnTo>
                  <a:pt x="0" y="174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60" t="-73341" r="-4247" b="-718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11591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 Lee el proceso de selección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39076"/>
            <a:ext cx="8229600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Leer bien una vacante te toma 5 minutos. Y puede ahorrarte semanas en el lugar equivocado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04783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Aplicar rápido no es aplicar bien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266352"/>
            <a:ext cx="8229600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antes de tu próxima aplicación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¿Tienes dudas al leer vacantes remotas? Déjala en comentarios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058257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6902172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914577" y="8149760"/>
            <a:ext cx="2810373" cy="2802866"/>
          </a:xfrm>
          <a:custGeom>
            <a:avLst/>
            <a:gdLst/>
            <a:ahLst/>
            <a:cxnLst/>
            <a:rect r="r" b="b" t="t" l="l"/>
            <a:pathLst>
              <a:path h="2802866" w="2810373">
                <a:moveTo>
                  <a:pt x="0" y="0"/>
                </a:moveTo>
                <a:lnTo>
                  <a:pt x="2810373" y="0"/>
                </a:lnTo>
                <a:lnTo>
                  <a:pt x="2810373" y="2802866"/>
                </a:lnTo>
                <a:lnTo>
                  <a:pt x="0" y="2802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569" t="-23607" r="-6262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94278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APLICASTE Y AHORA COMETES ESTOS ERRORES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99765"/>
            <a:ext cx="8229600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Lo que haces después de aplicar también cuenta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855845"/>
            <a:ext cx="8229600" cy="292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97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Enviaste tu aplicación y ya </a:t>
            </a:r>
          </a:p>
          <a:p>
            <a:pPr algn="l" marL="647700" indent="-323850" lvl="1">
              <a:lnSpc>
                <a:spcPts val="597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guardaste el link de la vacante</a:t>
            </a:r>
          </a:p>
          <a:p>
            <a:pPr algn="l" marL="647700" indent="-323850" lvl="1">
              <a:lnSpc>
                <a:spcPts val="597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anotaste en qué empresa era</a:t>
            </a:r>
          </a:p>
          <a:p>
            <a:pPr algn="l" marL="647700" indent="-323850" lvl="1">
              <a:lnSpc>
                <a:spcPts val="597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recuerdas qué perfil pedían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610906" y="2463449"/>
            <a:ext cx="1065187" cy="1065187"/>
          </a:xfrm>
          <a:custGeom>
            <a:avLst/>
            <a:gdLst/>
            <a:ahLst/>
            <a:cxnLst/>
            <a:rect r="r" b="b" t="t" l="l"/>
            <a:pathLst>
              <a:path h="1065187" w="1065187">
                <a:moveTo>
                  <a:pt x="0" y="0"/>
                </a:moveTo>
                <a:lnTo>
                  <a:pt x="1065188" y="0"/>
                </a:lnTo>
                <a:lnTo>
                  <a:pt x="1065188" y="1065187"/>
                </a:lnTo>
                <a:lnTo>
                  <a:pt x="0" y="1065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36886" y="8241030"/>
            <a:ext cx="2213229" cy="3091445"/>
          </a:xfrm>
          <a:custGeom>
            <a:avLst/>
            <a:gdLst/>
            <a:ahLst/>
            <a:cxnLst/>
            <a:rect r="r" b="b" t="t" l="l"/>
            <a:pathLst>
              <a:path h="3091445" w="2213229">
                <a:moveTo>
                  <a:pt x="0" y="0"/>
                </a:moveTo>
                <a:lnTo>
                  <a:pt x="2213228" y="0"/>
                </a:lnTo>
                <a:lnTo>
                  <a:pt x="2213228" y="3091445"/>
                </a:lnTo>
                <a:lnTo>
                  <a:pt x="0" y="3091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147" t="0" r="-7814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09636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Aplicar y desaparecer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83903" y="3394018"/>
            <a:ext cx="1119193" cy="1119193"/>
          </a:xfrm>
          <a:custGeom>
            <a:avLst/>
            <a:gdLst/>
            <a:ahLst/>
            <a:cxnLst/>
            <a:rect r="r" b="b" t="t" l="l"/>
            <a:pathLst>
              <a:path h="1119193" w="1119193">
                <a:moveTo>
                  <a:pt x="0" y="0"/>
                </a:moveTo>
                <a:lnTo>
                  <a:pt x="1119194" y="0"/>
                </a:lnTo>
                <a:lnTo>
                  <a:pt x="1119194" y="1119193"/>
                </a:lnTo>
                <a:lnTo>
                  <a:pt x="0" y="1119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645457"/>
            <a:ext cx="8229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Pasaron 7 días sin respuesta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Un mensaje corto y profesional no molesta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153494" y="7702857"/>
            <a:ext cx="3099206" cy="3505060"/>
          </a:xfrm>
          <a:custGeom>
            <a:avLst/>
            <a:gdLst/>
            <a:ahLst/>
            <a:cxnLst/>
            <a:rect r="r" b="b" t="t" l="l"/>
            <a:pathLst>
              <a:path h="3505060" w="3099206">
                <a:moveTo>
                  <a:pt x="0" y="0"/>
                </a:moveTo>
                <a:lnTo>
                  <a:pt x="3099206" y="0"/>
                </a:lnTo>
                <a:lnTo>
                  <a:pt x="3099206" y="3505059"/>
                </a:lnTo>
                <a:lnTo>
                  <a:pt x="0" y="3505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539" t="0" r="-3397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824767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No hacer seguimiento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97982"/>
            <a:ext cx="8229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Demuestra interés real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239671"/>
            <a:ext cx="82296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Investiga la empresa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Prepara respuestas para entrevista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Mejora tu perfil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94742" y="7760337"/>
            <a:ext cx="3097517" cy="2679156"/>
          </a:xfrm>
          <a:custGeom>
            <a:avLst/>
            <a:gdLst/>
            <a:ahLst/>
            <a:cxnLst/>
            <a:rect r="r" b="b" t="t" l="l"/>
            <a:pathLst>
              <a:path h="2679156" w="3097517">
                <a:moveTo>
                  <a:pt x="0" y="0"/>
                </a:moveTo>
                <a:lnTo>
                  <a:pt x="3097516" y="0"/>
                </a:lnTo>
                <a:lnTo>
                  <a:pt x="3097516" y="2679157"/>
                </a:lnTo>
                <a:lnTo>
                  <a:pt x="0" y="2679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653" t="0" r="-300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82758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Pausar todo mientras esperas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48960" y="3065077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41187"/>
            <a:ext cx="8229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El que llega preparado, cierra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3562880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99487" y="7724775"/>
            <a:ext cx="5088025" cy="2772974"/>
          </a:xfrm>
          <a:custGeom>
            <a:avLst/>
            <a:gdLst/>
            <a:ahLst/>
            <a:cxnLst/>
            <a:rect r="r" b="b" t="t" l="l"/>
            <a:pathLst>
              <a:path h="2772974" w="5088025">
                <a:moveTo>
                  <a:pt x="0" y="0"/>
                </a:moveTo>
                <a:lnTo>
                  <a:pt x="5088026" y="0"/>
                </a:lnTo>
                <a:lnTo>
                  <a:pt x="5088026" y="2772974"/>
                </a:lnTo>
                <a:lnTo>
                  <a:pt x="0" y="2772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35001"/>
            <a:ext cx="8229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50 aplicaciones no es estrategia, es ruido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980561"/>
            <a:ext cx="8229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Pausar todo mientras esperas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372225"/>
            <a:ext cx="8229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5 aplicaciones bien trabajadas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valen más que 50 en automático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00642" y="9394973"/>
            <a:ext cx="2485716" cy="2070311"/>
          </a:xfrm>
          <a:custGeom>
            <a:avLst/>
            <a:gdLst/>
            <a:ahLst/>
            <a:cxnLst/>
            <a:rect r="r" b="b" t="t" l="l"/>
            <a:pathLst>
              <a:path h="2070311" w="2485716">
                <a:moveTo>
                  <a:pt x="0" y="0"/>
                </a:moveTo>
                <a:lnTo>
                  <a:pt x="2485716" y="0"/>
                </a:lnTo>
                <a:lnTo>
                  <a:pt x="2485716" y="2070311"/>
                </a:lnTo>
                <a:lnTo>
                  <a:pt x="0" y="2070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004" t="-5883" r="-35770" b="-530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569281"/>
            <a:ext cx="8229600" cy="77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 u="sng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apenas empieza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8476" y="3883119"/>
            <a:ext cx="6690049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El proceso no termina cuando aplicas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4920" y="6566868"/>
            <a:ext cx="55971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para tu próxima aplicación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4920" y="7885763"/>
            <a:ext cx="55971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</a:t>
            </a:r>
            <a:r>
              <a:rPr lang="en-US" b="true" sz="3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¿Cuál de estos errores has cometido? Cuéntanos abajo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058257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6902172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87298" y="8775496"/>
            <a:ext cx="3912403" cy="2845987"/>
          </a:xfrm>
          <a:custGeom>
            <a:avLst/>
            <a:gdLst/>
            <a:ahLst/>
            <a:cxnLst/>
            <a:rect r="r" b="b" t="t" l="l"/>
            <a:pathLst>
              <a:path h="2845987" w="3912403">
                <a:moveTo>
                  <a:pt x="0" y="0"/>
                </a:moveTo>
                <a:lnTo>
                  <a:pt x="3912404" y="0"/>
                </a:lnTo>
                <a:lnTo>
                  <a:pt x="3912404" y="2845986"/>
                </a:lnTo>
                <a:lnTo>
                  <a:pt x="0" y="284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30" t="-3719" r="-1790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566851"/>
            <a:ext cx="8229600" cy="226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 NO TODA OPORTUNIDAD REMOTA ES UNA BUENA OPORTUNIDAD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25500"/>
            <a:ext cx="8229600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Aprende a distinguir antes de invertir tu tiempo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7792" y="1663421"/>
            <a:ext cx="5371389" cy="1132768"/>
            <a:chOff x="0" y="0"/>
            <a:chExt cx="7161852" cy="1510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92705"/>
              <a:ext cx="3368236" cy="924948"/>
            </a:xfrm>
            <a:custGeom>
              <a:avLst/>
              <a:gdLst/>
              <a:ahLst/>
              <a:cxnLst/>
              <a:rect r="r" b="b" t="t" l="l"/>
              <a:pathLst>
                <a:path h="924948" w="3368236">
                  <a:moveTo>
                    <a:pt x="0" y="0"/>
                  </a:moveTo>
                  <a:lnTo>
                    <a:pt x="3368236" y="0"/>
                  </a:lnTo>
                  <a:lnTo>
                    <a:pt x="3368236" y="924948"/>
                  </a:lnTo>
                  <a:lnTo>
                    <a:pt x="0" y="92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549295" y="-142875"/>
              <a:ext cx="4612557" cy="1653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92"/>
                </a:lnSpc>
                <a:spcBef>
                  <a:spcPct val="0"/>
                </a:spcBef>
              </a:pPr>
              <a:r>
                <a:rPr lang="en-US" b="true" sz="749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04011" y="8440302"/>
            <a:ext cx="3678979" cy="3389748"/>
          </a:xfrm>
          <a:custGeom>
            <a:avLst/>
            <a:gdLst/>
            <a:ahLst/>
            <a:cxnLst/>
            <a:rect r="r" b="b" t="t" l="l"/>
            <a:pathLst>
              <a:path h="3389748" w="3678979">
                <a:moveTo>
                  <a:pt x="0" y="0"/>
                </a:moveTo>
                <a:lnTo>
                  <a:pt x="3678978" y="0"/>
                </a:lnTo>
                <a:lnTo>
                  <a:pt x="3678978" y="3389748"/>
                </a:lnTo>
                <a:lnTo>
                  <a:pt x="0" y="338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946" t="0" r="-3411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241870"/>
            <a:ext cx="8229600" cy="15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NO ES SUERTE</a:t>
            </a:r>
          </a:p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04949"/>
                </a:solidFill>
                <a:latin typeface="Mulish Heavy"/>
                <a:ea typeface="Mulish Heavy"/>
                <a:cs typeface="Mulish Heavy"/>
                <a:sym typeface="Mulish Heavy"/>
              </a:rPr>
              <a:t>ES LO QUE HACES CADA DÍA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47356"/>
            <a:ext cx="8229600" cy="220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Los hábitos que separan a quien </a:t>
            </a:r>
            <a:r>
              <a:rPr lang="en-US" b="true" sz="4227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consigue remoto</a:t>
            </a: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 del que </a:t>
            </a:r>
            <a:r>
              <a:rPr lang="en-US" b="true" sz="4227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sigue esperando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0906" y="1954114"/>
            <a:ext cx="1065187" cy="1065187"/>
          </a:xfrm>
          <a:custGeom>
            <a:avLst/>
            <a:gdLst/>
            <a:ahLst/>
            <a:cxnLst/>
            <a:rect r="r" b="b" t="t" l="l"/>
            <a:pathLst>
              <a:path h="1065187" w="1065187">
                <a:moveTo>
                  <a:pt x="0" y="0"/>
                </a:moveTo>
                <a:lnTo>
                  <a:pt x="1065188" y="0"/>
                </a:lnTo>
                <a:lnTo>
                  <a:pt x="1065188" y="1065187"/>
                </a:lnTo>
                <a:lnTo>
                  <a:pt x="0" y="1065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56207" y="8411486"/>
            <a:ext cx="4574586" cy="2493149"/>
          </a:xfrm>
          <a:custGeom>
            <a:avLst/>
            <a:gdLst/>
            <a:ahLst/>
            <a:cxnLst/>
            <a:rect r="r" b="b" t="t" l="l"/>
            <a:pathLst>
              <a:path h="2493149" w="4574586">
                <a:moveTo>
                  <a:pt x="0" y="0"/>
                </a:moveTo>
                <a:lnTo>
                  <a:pt x="4574586" y="0"/>
                </a:lnTo>
                <a:lnTo>
                  <a:pt x="4574586" y="2493150"/>
                </a:lnTo>
                <a:lnTo>
                  <a:pt x="0" y="2493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187708"/>
            <a:ext cx="8229600" cy="292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lo que hiciste. Lo que resolviste.</a:t>
            </a:r>
          </a:p>
          <a:p>
            <a:pPr algn="ctr">
              <a:lnSpc>
                <a:spcPts val="5970"/>
              </a:lnSpc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Eso entrena tu cabeza para pensar en resultados. Y es exactamente lo que las empresas remotas buscan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1660" y="3400301"/>
            <a:ext cx="6383679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Documenta lo que logras cada día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83903" y="2880470"/>
            <a:ext cx="1119193" cy="1119193"/>
          </a:xfrm>
          <a:custGeom>
            <a:avLst/>
            <a:gdLst/>
            <a:ahLst/>
            <a:cxnLst/>
            <a:rect r="r" b="b" t="t" l="l"/>
            <a:pathLst>
              <a:path h="1119193" w="1119193">
                <a:moveTo>
                  <a:pt x="0" y="0"/>
                </a:moveTo>
                <a:lnTo>
                  <a:pt x="1119194" y="0"/>
                </a:lnTo>
                <a:lnTo>
                  <a:pt x="1119194" y="1119193"/>
                </a:lnTo>
                <a:lnTo>
                  <a:pt x="0" y="1119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198" y="8191104"/>
            <a:ext cx="3282604" cy="2718767"/>
          </a:xfrm>
          <a:custGeom>
            <a:avLst/>
            <a:gdLst/>
            <a:ahLst/>
            <a:cxnLst/>
            <a:rect r="r" b="b" t="t" l="l"/>
            <a:pathLst>
              <a:path h="2718767" w="3282604">
                <a:moveTo>
                  <a:pt x="0" y="0"/>
                </a:moveTo>
                <a:lnTo>
                  <a:pt x="3282604" y="0"/>
                </a:lnTo>
                <a:lnTo>
                  <a:pt x="3282604" y="2718767"/>
                </a:lnTo>
                <a:lnTo>
                  <a:pt x="0" y="271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658" t="0" r="-2131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85716"/>
            <a:ext cx="8229600" cy="27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¿Puedes resumir lo que haces en 2 líneas?</a:t>
            </a:r>
          </a:p>
          <a:p>
            <a:pPr algn="ctr">
              <a:lnSpc>
                <a:spcPts val="549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En remoto no hay reuniones para explicarte. Tu claridad es tu carta de presentación</a:t>
            </a:r>
          </a:p>
          <a:p>
            <a:pPr algn="ctr">
              <a:lnSpc>
                <a:spcPts val="549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11220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Practica explicar tu trabajo en pocas palabras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2312065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0587" y="8336037"/>
            <a:ext cx="3425826" cy="2210648"/>
          </a:xfrm>
          <a:custGeom>
            <a:avLst/>
            <a:gdLst/>
            <a:ahLst/>
            <a:cxnLst/>
            <a:rect r="r" b="b" t="t" l="l"/>
            <a:pathLst>
              <a:path h="2210648" w="3425826">
                <a:moveTo>
                  <a:pt x="0" y="0"/>
                </a:moveTo>
                <a:lnTo>
                  <a:pt x="3425826" y="0"/>
                </a:lnTo>
                <a:lnTo>
                  <a:pt x="3425826" y="2210648"/>
                </a:lnTo>
                <a:lnTo>
                  <a:pt x="0" y="2210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321" t="-18791" r="-23182" b="-663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29746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Mantén tu perfil siempre actualizado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318517"/>
            <a:ext cx="8229600" cy="27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solo cuando estés buscando.</a:t>
            </a:r>
          </a:p>
          <a:p>
            <a:pPr algn="ctr">
              <a:lnSpc>
                <a:spcPts val="5490"/>
              </a:lnSpc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Las oportunidades llegan cuando menos lo esperas. Y llegan al perfil que está listo, no al que está desactualizado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8960" y="2150550"/>
            <a:ext cx="1189081" cy="1189081"/>
          </a:xfrm>
          <a:custGeom>
            <a:avLst/>
            <a:gdLst/>
            <a:ahLst/>
            <a:cxnLst/>
            <a:rect r="r" b="b" t="t" l="l"/>
            <a:pathLst>
              <a:path h="1189081" w="1189081">
                <a:moveTo>
                  <a:pt x="0" y="0"/>
                </a:moveTo>
                <a:lnTo>
                  <a:pt x="1189080" y="0"/>
                </a:lnTo>
                <a:lnTo>
                  <a:pt x="1189080" y="1189081"/>
                </a:lnTo>
                <a:lnTo>
                  <a:pt x="0" y="118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82397" y="8302674"/>
            <a:ext cx="5322206" cy="2405526"/>
          </a:xfrm>
          <a:custGeom>
            <a:avLst/>
            <a:gdLst/>
            <a:ahLst/>
            <a:cxnLst/>
            <a:rect r="r" b="b" t="t" l="l"/>
            <a:pathLst>
              <a:path h="2405526" w="5322206">
                <a:moveTo>
                  <a:pt x="0" y="0"/>
                </a:moveTo>
                <a:lnTo>
                  <a:pt x="5322206" y="0"/>
                </a:lnTo>
                <a:lnTo>
                  <a:pt x="5322206" y="2405526"/>
                </a:lnTo>
                <a:lnTo>
                  <a:pt x="0" y="2405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58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696384"/>
            <a:ext cx="8229600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Conecta con personas que ya trabajan remoto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85154"/>
            <a:ext cx="8229600" cy="271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0"/>
              </a:lnSpc>
            </a:pPr>
            <a:r>
              <a:rPr lang="en-US" sz="3000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No para pedir favores. Para entender cómo es realmente ese mundo</a:t>
            </a:r>
          </a:p>
          <a:p>
            <a:pPr algn="ctr">
              <a:lnSpc>
                <a:spcPts val="5490"/>
              </a:lnSpc>
            </a:pPr>
            <a:r>
              <a:rPr lang="en-US" b="true" sz="3000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Una conversación real vale más que diez artículos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8476" y="3439523"/>
            <a:ext cx="6690049" cy="158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4949"/>
                </a:solidFill>
                <a:latin typeface="Mulish Bold"/>
                <a:ea typeface="Mulish Bold"/>
                <a:cs typeface="Mulish Bold"/>
                <a:sym typeface="Mulish Bold"/>
              </a:rPr>
              <a:t>Los pequeños hábitos abren grandes puertas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88245"/>
            <a:ext cx="8229600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No necesitas hacerlo todo a la vez Empieza con uno hoy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09732"/>
            <a:ext cx="8229600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Guarda este post y elige el hábito con el que arrancas. 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DC433A"/>
                </a:solidFill>
                <a:latin typeface="Mulish Bold"/>
                <a:ea typeface="Mulish Bold"/>
                <a:cs typeface="Mulish Bold"/>
                <a:sym typeface="Mulish Bold"/>
              </a:rPr>
              <a:t> ¿Cuál vas a empezar esta semana? Cuéntanos abajo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5335" y="5058257"/>
            <a:ext cx="6136330" cy="1371118"/>
            <a:chOff x="0" y="0"/>
            <a:chExt cx="8181773" cy="182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00153"/>
              <a:ext cx="4494446" cy="1243463"/>
            </a:xfrm>
            <a:custGeom>
              <a:avLst/>
              <a:gdLst/>
              <a:ahLst/>
              <a:cxnLst/>
              <a:rect r="r" b="b" t="t" l="l"/>
              <a:pathLst>
                <a:path h="1243463" w="4494446">
                  <a:moveTo>
                    <a:pt x="0" y="0"/>
                  </a:moveTo>
                  <a:lnTo>
                    <a:pt x="4494446" y="0"/>
                  </a:lnTo>
                  <a:lnTo>
                    <a:pt x="4494446" y="1243463"/>
                  </a:lnTo>
                  <a:lnTo>
                    <a:pt x="0" y="124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4494446" y="-171450"/>
              <a:ext cx="3687327" cy="199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6"/>
                </a:lnSpc>
                <a:spcBef>
                  <a:spcPct val="0"/>
                </a:spcBef>
              </a:pPr>
              <a:r>
                <a:rPr lang="en-US" b="true" sz="9018" i="true">
                  <a:solidFill>
                    <a:srgbClr val="FFFFFF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499" y="6902172"/>
            <a:ext cx="506200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9B58"/>
                </a:solidFill>
                <a:latin typeface="Mulish Bold"/>
                <a:ea typeface="Mulish Bold"/>
                <a:cs typeface="Mulish Bold"/>
                <a:sym typeface="Mulish Bold"/>
              </a:rPr>
              <a:t>REGÍSTRATE GRATIS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78" t="0" r="-646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57269" y="1630552"/>
            <a:ext cx="6123448" cy="1291369"/>
            <a:chOff x="0" y="0"/>
            <a:chExt cx="8164597" cy="17218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333687"/>
              <a:ext cx="3839829" cy="1054452"/>
            </a:xfrm>
            <a:custGeom>
              <a:avLst/>
              <a:gdLst/>
              <a:ahLst/>
              <a:cxnLst/>
              <a:rect r="r" b="b" t="t" l="l"/>
              <a:pathLst>
                <a:path h="1054452" w="3839829">
                  <a:moveTo>
                    <a:pt x="0" y="0"/>
                  </a:moveTo>
                  <a:lnTo>
                    <a:pt x="3839829" y="0"/>
                  </a:lnTo>
                  <a:lnTo>
                    <a:pt x="3839829" y="1054452"/>
                  </a:lnTo>
                  <a:lnTo>
                    <a:pt x="0" y="1054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8" r="0" b="-2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906227" y="-161925"/>
              <a:ext cx="5258370" cy="1883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61"/>
                </a:lnSpc>
                <a:spcBef>
                  <a:spcPct val="0"/>
                </a:spcBef>
              </a:pPr>
              <a:r>
                <a:rPr lang="en-US" b="true" sz="8544" i="true">
                  <a:solidFill>
                    <a:srgbClr val="12A562"/>
                  </a:solidFill>
                  <a:latin typeface="Mulish Bold Italics"/>
                  <a:ea typeface="Mulish Bold Italics"/>
                  <a:cs typeface="Mulish Bold Italics"/>
                  <a:sym typeface="Mulish Bold Italics"/>
                </a:rPr>
                <a:t>Club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90191" y="8850906"/>
            <a:ext cx="2149714" cy="3464542"/>
          </a:xfrm>
          <a:custGeom>
            <a:avLst/>
            <a:gdLst/>
            <a:ahLst/>
            <a:cxnLst/>
            <a:rect r="r" b="b" t="t" l="l"/>
            <a:pathLst>
              <a:path h="3464542" w="2149714">
                <a:moveTo>
                  <a:pt x="0" y="0"/>
                </a:moveTo>
                <a:lnTo>
                  <a:pt x="2149714" y="0"/>
                </a:lnTo>
                <a:lnTo>
                  <a:pt x="2149714" y="3464542"/>
                </a:lnTo>
                <a:lnTo>
                  <a:pt x="0" y="3464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500" t="0" r="-9021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15477"/>
            <a:ext cx="8229600" cy="294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4"/>
              </a:lnSpc>
            </a:pPr>
            <a:r>
              <a:rPr lang="en-US" b="true" sz="55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TE ESCRIBIÓ </a:t>
            </a:r>
          </a:p>
          <a:p>
            <a:pPr algn="ctr">
              <a:lnSpc>
                <a:spcPts val="7824"/>
              </a:lnSpc>
            </a:pPr>
            <a:r>
              <a:rPr lang="en-US" b="true" sz="5588">
                <a:solidFill>
                  <a:srgbClr val="009B58"/>
                </a:solidFill>
                <a:latin typeface="Mulish Heavy"/>
                <a:ea typeface="Mulish Heavy"/>
                <a:cs typeface="Mulish Heavy"/>
                <a:sym typeface="Mulish Heavy"/>
              </a:rPr>
              <a:t>UN RECLUTADOR</a:t>
            </a:r>
          </a:p>
          <a:p>
            <a:pPr algn="ctr">
              <a:lnSpc>
                <a:spcPts val="7824"/>
              </a:lnSpc>
              <a:spcBef>
                <a:spcPct val="0"/>
              </a:spcBef>
            </a:pPr>
            <a:r>
              <a:rPr lang="en-US" b="true" sz="5588">
                <a:solidFill>
                  <a:srgbClr val="E84F47"/>
                </a:solidFill>
                <a:latin typeface="Mulish Heavy"/>
                <a:ea typeface="Mulish Heavy"/>
                <a:cs typeface="Mulish Heavy"/>
                <a:sym typeface="Mulish Heavy"/>
              </a:rPr>
              <a:t>NO LA ARRUINES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0281"/>
            <a:ext cx="8229600" cy="14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8"/>
              </a:lnSpc>
            </a:pPr>
            <a:r>
              <a:rPr lang="en-US" sz="4227" b="true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Lo que respondes </a:t>
            </a:r>
          </a:p>
          <a:p>
            <a:pPr algn="ctr">
              <a:lnSpc>
                <a:spcPts val="5918"/>
              </a:lnSpc>
              <a:spcBef>
                <a:spcPct val="0"/>
              </a:spcBef>
            </a:pPr>
            <a:r>
              <a:rPr lang="en-US" b="true" sz="4227">
                <a:solidFill>
                  <a:srgbClr val="545454"/>
                </a:solidFill>
                <a:latin typeface="Mulish Bold"/>
                <a:ea typeface="Mulish Bold"/>
                <a:cs typeface="Mulish Bold"/>
                <a:sym typeface="Mulish Bold"/>
              </a:rPr>
              <a:t>primero define 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DAG6a9IKKQY</dc:identifier>
  <dcterms:modified xsi:type="dcterms:W3CDTF">2011-08-01T06:04:30Z</dcterms:modified>
  <cp:revision>1</cp:revision>
  <dc:title>Hutrit Club (Carruseles y Estaticos) Instagram</dc:title>
</cp:coreProperties>
</file>